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strument Sans Medium" panose="020B0604020202020204" charset="0"/>
      <p:regular r:id="rId13"/>
    </p:embeddedFont>
    <p:embeddedFont>
      <p:font typeface="Inter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894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4734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VaxLivestock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47031"/>
            <a:ext cx="60385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Smart Livestock Vaccination Monitoring &amp; Fraud Detection Platform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28108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Securing livestock health through intelligent digital monitoring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667372"/>
            <a:ext cx="8151763" cy="1341920"/>
          </a:xfrm>
          <a:prstGeom prst="roundRect">
            <a:avLst>
              <a:gd name="adj" fmla="val 1884"/>
            </a:avLst>
          </a:prstGeom>
          <a:solidFill>
            <a:srgbClr val="434348"/>
          </a:solidFill>
          <a:ln/>
        </p:spPr>
      </p:sp>
      <p:sp>
        <p:nvSpPr>
          <p:cNvPr id="6" name="Text 4"/>
          <p:cNvSpPr/>
          <p:nvPr/>
        </p:nvSpPr>
        <p:spPr>
          <a:xfrm>
            <a:off x="637877" y="2809131"/>
            <a:ext cx="54491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Karnataka Department of Animal Husbandry &amp; Veterinary Services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7877" y="3115642"/>
            <a:ext cx="7868245" cy="53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Members: Nishant Yadawad.</a:t>
            </a:r>
          </a:p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USN: 2GI25CS116</a:t>
            </a:r>
          </a:p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Guide: Prof. Vivek Tiwari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0559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Problem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61182"/>
            <a:ext cx="8151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India: 535+ million livestock (20th Livestock Census, 2019). Endemic diseases — FMD, Brucellosis, HS, BQ, PPR — cause crippling economic losses (&gt; ₹20,000 crore/year). Current program gaps enable large-scale fraud and operational blind spots.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01094"/>
            <a:ext cx="8151763" cy="2236812"/>
          </a:xfrm>
          <a:prstGeom prst="roundRect">
            <a:avLst>
              <a:gd name="adj" fmla="val 951"/>
            </a:avLst>
          </a:prstGeom>
          <a:solidFill>
            <a:srgbClr val="242429"/>
          </a:solidFill>
          <a:ln w="19050">
            <a:solidFill>
              <a:srgbClr val="5C5C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236190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Challenges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6927" y="2668414"/>
            <a:ext cx="7830145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Ghost vaccinations and fabricated field records go undetected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GPS verification to confirm officer visits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Repeated proof images across records; no deduplication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Expired vaccine vials administered; no automatic expiry checks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real-time dashboard — manual Excel aggregation at district level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 and unstructured Excel records provide zero auditability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8507"/>
            <a:ext cx="474784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Solution &amp; Tech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3409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VaxLivestock is a zero-infrastructure, browser-based platform that converts raw Excel/CSV vaccination records into actionable intelligence — all client-side. No data leaves the user's browser; privacy and cost are preserved.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08895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Capabilities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452167"/>
            <a:ext cx="3902943" cy="196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Client-side parsing with SheetJS (xlsx.js) — offline-first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fraud-signal scoring engine with 4 detection rules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multi-view dashboard: maps, stats, activity feed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static HTML file: zero server, zero DB, zero licensing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208895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 Stack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2452167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HTML5, CSS3, JavaScript (ES6+), TailwindCSS (Material Design 3 tokens), SheetJS, Google Fonts (Hanken Grotesk, Inter, JetBrains Mono), Google Material Symbols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19051"/>
            <a:ext cx="3902943" cy="1851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701" y="697929"/>
            <a:ext cx="390294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Login &amp; Home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749701" y="1725662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Secure, lightweight access — department users sign into a browser-first dashboard that provides real-time compliance and anomaly visibility.</a:t>
            </a: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789709"/>
            <a:ext cx="354360" cy="35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7658" y="27897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Login Highlights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027658" y="3096220"/>
            <a:ext cx="206759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Branded split-panel, department login card, 98.2% compliance visibility, 24/7 client-side access, GPS field validation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2433" y="2789709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03972" y="27897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Dashboard Snapshot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3803972" y="3096220"/>
            <a:ext cx="2067595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banner: "Govt. of Karnataka Veterinary Dept." • Stats: 14,208 Records Verified Today • 98.2% Compliance • 241 Anomalies Flagged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789709"/>
            <a:ext cx="354360" cy="3543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80287" y="278970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District Map &amp; Panels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580287" y="3096220"/>
            <a:ext cx="206759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District compliance grid (Bengaluru Rural 99% green, Hassan 82% amber, Belagavi 41 flags red). Side panels: FMD coverage 86%, GPS match 92%, Recent Activity feed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44164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Disease Directory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2126531" y="733946"/>
            <a:ext cx="489093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reference for field officers: clinical signs, prevention steps, and vaccination protocols — coupled with emergency protocols and quick-action links.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2126531" y="2666479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558" y="1074539"/>
            <a:ext cx="1537097" cy="153709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6882" y="2692842"/>
            <a:ext cx="127932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Foot and Mouth Disease (FMD)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1606882" y="2883052"/>
            <a:ext cx="153709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 • Species: Bovine, Porcine</a:t>
            </a:r>
            <a:endParaRPr lang="en-US" sz="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986" y="983679"/>
            <a:ext cx="1537171" cy="15371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4986" y="2556272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Brucellosis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5484986" y="2702421"/>
            <a:ext cx="153717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Zoonotic • Species: Bovine, Ovine</a:t>
            </a:r>
            <a:endParaRPr lang="en-US" sz="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4772" y="1074539"/>
            <a:ext cx="1537097" cy="15370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03613" y="2676748"/>
            <a:ext cx="8859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Anthrax</a:t>
            </a:r>
            <a:endParaRPr lang="en-US" sz="650" dirty="0"/>
          </a:p>
        </p:txBody>
      </p:sp>
      <p:sp>
        <p:nvSpPr>
          <p:cNvPr id="14" name="Text 9"/>
          <p:cNvSpPr/>
          <p:nvPr/>
        </p:nvSpPr>
        <p:spPr>
          <a:xfrm>
            <a:off x="3727766" y="2925579"/>
            <a:ext cx="153709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Risk • All species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968946"/>
            <a:ext cx="344388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Fraud Detection Engine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27336" y="1391171"/>
            <a:ext cx="438760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core innovation is a weighted, multi-signal fraud scoring engine that surfaces high-risk records for immediate review and action.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4465" y="525512"/>
            <a:ext cx="2836813" cy="160749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336" y="2319933"/>
            <a:ext cx="2441004" cy="2391519"/>
          </a:xfrm>
          <a:prstGeom prst="roundRect">
            <a:avLst>
              <a:gd name="adj" fmla="val 681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50119" y="2442716"/>
            <a:ext cx="179486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 Detection Rules &amp; Weights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50119" y="2662089"/>
            <a:ext cx="2195438" cy="192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 Mismatch — +40 weight: Assigned village ≠ GPS village → Officer review</a:t>
            </a:r>
            <a:endParaRPr lang="en-US" sz="85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Impossible Speed — +20 weight: 15 vaccinations logged in 1 minute → Audit trail</a:t>
            </a:r>
            <a:endParaRPr lang="en-US" sz="85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Image — +30 weight: Same proof image reused across animals → Flag record</a:t>
            </a:r>
            <a:endParaRPr lang="en-US" sz="850" dirty="0"/>
          </a:p>
          <a:p>
            <a:pPr marL="342900" indent="-34290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Expired Vaccine — +50 weight: Vaccination date after vial expiry → Escalate immediately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51386" y="2319933"/>
            <a:ext cx="2441079" cy="2391519"/>
          </a:xfrm>
          <a:prstGeom prst="roundRect">
            <a:avLst>
              <a:gd name="adj" fmla="val 681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169" y="244271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Risk Badges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474169" y="2662089"/>
            <a:ext cx="219551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= Safe (green) • 1–39 = Warning (amber) • 40+ = High Risk (red)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875511" y="2319933"/>
            <a:ext cx="2441079" cy="2391519"/>
          </a:xfrm>
          <a:prstGeom prst="roundRect">
            <a:avLst>
              <a:gd name="adj" fmla="val 681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98294" y="2442716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 Health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98294" y="2662089"/>
            <a:ext cx="2195513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signing, sync tokens, image hash checks, manual override audit — immutable event log per district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1951"/>
            <a:ext cx="428610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Manage Field Data Tool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1753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hub for validating, normalizing, and exporting vaccination records. Designed for rapid ingestion and immediate fraud analysis.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230636"/>
            <a:ext cx="2622724" cy="1950913"/>
          </a:xfrm>
          <a:prstGeom prst="roundRect">
            <a:avLst>
              <a:gd name="adj" fmla="val 1090"/>
            </a:avLst>
          </a:prstGeom>
          <a:solidFill>
            <a:srgbClr val="434348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3723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Operational Metrics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678906"/>
            <a:ext cx="2339206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schema: 8 columns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fraud scans enabled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7-day due-week alert window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export outputs (district report, state summary)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2230636"/>
            <a:ext cx="2622724" cy="1950913"/>
          </a:xfrm>
          <a:prstGeom prst="roundRect">
            <a:avLst>
              <a:gd name="adj" fmla="val 1090"/>
            </a:avLst>
          </a:prstGeom>
          <a:solidFill>
            <a:srgbClr val="434348"/>
          </a:solidFill>
          <a:ln/>
        </p:spPr>
      </p:sp>
      <p:sp>
        <p:nvSpPr>
          <p:cNvPr id="8" name="Text 6"/>
          <p:cNvSpPr/>
          <p:nvPr/>
        </p:nvSpPr>
        <p:spPr>
          <a:xfrm>
            <a:off x="3402360" y="2372395"/>
            <a:ext cx="21910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Expected Upload Columns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02360" y="2678906"/>
            <a:ext cx="233920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Animal_ID, Assigned_Village / GPS_Village, Proof_Image_Name, Last_Vaccination_Date, Vaccine_Expiry_Date — each with purpose and validation rules enforced before 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2230636"/>
            <a:ext cx="2622724" cy="1950913"/>
          </a:xfrm>
          <a:prstGeom prst="roundRect">
            <a:avLst>
              <a:gd name="adj" fmla="val 1090"/>
            </a:avLst>
          </a:prstGeom>
          <a:solidFill>
            <a:srgbClr val="434348"/>
          </a:solidFill>
          <a:ln/>
        </p:spPr>
      </p:sp>
      <p:sp>
        <p:nvSpPr>
          <p:cNvPr id="11" name="Text 9"/>
          <p:cNvSpPr/>
          <p:nvPr/>
        </p:nvSpPr>
        <p:spPr>
          <a:xfrm>
            <a:off x="6166842" y="23723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Pipeline &amp; Preview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66842" y="2678906"/>
            <a:ext cx="233920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spreadsheet → Normalize fields → Detect anomalies → Export reports. Sample records: KA-HAS-00491 (Valid, green); KA-BGM-01882 (GPS review, amber); KA-BLR-00217 (Overdue, red)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8851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Security &amp; Audit Trail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262286"/>
            <a:ext cx="390569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compact, verifiable four-step security pipeline ensures records are auditable and tamper-resistant.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96119" y="1828800"/>
            <a:ext cx="3905696" cy="1472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2000"/>
              </a:lnSpc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Data Entry — vets log data (offline-capable)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Font typeface="+mj-lt"/>
              <a:buAutoNum type="arabicPeriod" startAt="2"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Fraud Scan — GPS, timestamps, image-hash checks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Font typeface="+mj-lt"/>
              <a:buAutoNum type="arabicPeriod" startAt="3"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Database — verified records locked (client-side immutability patterns)</a:t>
            </a:r>
            <a:endParaRPr lang="en-US" sz="1050" dirty="0"/>
          </a:p>
          <a:p>
            <a:pPr marL="342900" indent="-342900" algn="l">
              <a:lnSpc>
                <a:spcPct val="132000"/>
              </a:lnSpc>
              <a:buSzPct val="100000"/>
              <a:buFont typeface="+mj-lt"/>
              <a:buAutoNum type="arabicPeriod" startAt="4"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Action — anomalies pushed to district officers instantly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6119" y="3456236"/>
            <a:ext cx="3905696" cy="981224"/>
          </a:xfrm>
          <a:prstGeom prst="roundRect">
            <a:avLst>
              <a:gd name="adj" fmla="val 2133"/>
            </a:avLst>
          </a:prstGeom>
          <a:solidFill>
            <a:srgbClr val="02234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45" y="3665637"/>
            <a:ext cx="174427" cy="1395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9598" y="3614663"/>
            <a:ext cx="331269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Security Health: offline package signing OK; district sync tokens OK; image hash checks 12 queued; manual overrides 5 pending.       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947" y="885751"/>
            <a:ext cx="3905696" cy="25839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746947" y="3624188"/>
            <a:ext cx="3905696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Audit Trail: logs every event with timestamp, source district, and result — suitable for state audit cell reviews and forensic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6811"/>
            <a:ext cx="391187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Testing &amp; Impact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052289"/>
            <a:ext cx="815176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Field-tested with 3 veterinary officers and 2 district administrators using anonymized real data. Results show fast processing and reliable fraud detection.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619399"/>
            <a:ext cx="303981" cy="303981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</p:sp>
      <p:sp>
        <p:nvSpPr>
          <p:cNvPr id="5" name="Text 3"/>
          <p:cNvSpPr/>
          <p:nvPr/>
        </p:nvSpPr>
        <p:spPr>
          <a:xfrm>
            <a:off x="928836" y="1665833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28836" y="1954188"/>
            <a:ext cx="7719045" cy="723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Upload-to-results: ~45 seconds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Fraud engine detected 100% of planted anomalies (3/3)</a:t>
            </a:r>
            <a:endParaRPr lang="en-US" sz="105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implemented: side-by-side GPS comparison, color legend, mobile-responsive grid, WCAG AA accessibility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96119" y="2935114"/>
            <a:ext cx="303981" cy="303981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</p:sp>
      <p:sp>
        <p:nvSpPr>
          <p:cNvPr id="8" name="Text 6"/>
          <p:cNvSpPr/>
          <p:nvPr/>
        </p:nvSpPr>
        <p:spPr>
          <a:xfrm>
            <a:off x="928836" y="2981548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Operational Impact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8836" y="3269903"/>
            <a:ext cx="771904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officers receive automated scheduling alerts; district admins gain real-time compliance visibility; State Audit Cell moves from weeks-long manual audits to instant detection.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6119" y="3949675"/>
            <a:ext cx="303981" cy="303981"/>
          </a:xfrm>
          <a:prstGeom prst="roundRect">
            <a:avLst>
              <a:gd name="adj" fmla="val 6668"/>
            </a:avLst>
          </a:prstGeom>
          <a:solidFill>
            <a:srgbClr val="434348"/>
          </a:solidFill>
          <a:ln/>
        </p:spPr>
      </p:sp>
      <p:sp>
        <p:nvSpPr>
          <p:cNvPr id="11" name="Text 9"/>
          <p:cNvSpPr/>
          <p:nvPr/>
        </p:nvSpPr>
        <p:spPr>
          <a:xfrm>
            <a:off x="928836" y="3996110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Cost &amp; Governance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8836" y="4284464"/>
            <a:ext cx="7719045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infrastructure cost — 100% open-source, runs entirely in the browser. Simplifies procurement and ensures rapid, low-risk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3120"/>
            <a:ext cx="480625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Future Scope &amp; Thank You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0870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 extensions to strengthen surveillance, usability, and analytics across Karnataka.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594991"/>
            <a:ext cx="2622724" cy="2995389"/>
          </a:xfrm>
          <a:prstGeom prst="roundRect">
            <a:avLst>
              <a:gd name="adj" fmla="val 811"/>
            </a:avLst>
          </a:prstGeom>
          <a:solidFill>
            <a:srgbClr val="242429"/>
          </a:solidFill>
          <a:ln w="19050">
            <a:solidFill>
              <a:srgbClr val="5C5C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1755800"/>
            <a:ext cx="18139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Short &amp; Medium Term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56927" y="2062311"/>
            <a:ext cx="2301106" cy="2367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Companion Android app with mandatory GPS &amp; camera proof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IoT cold-chain sensors (ESP32) for automated temperature monitoring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option (Firebase / Supabase) for persistent trends and state-level analytics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1594991"/>
            <a:ext cx="2622724" cy="2995389"/>
          </a:xfrm>
          <a:prstGeom prst="roundRect">
            <a:avLst>
              <a:gd name="adj" fmla="val 811"/>
            </a:avLst>
          </a:prstGeom>
          <a:solidFill>
            <a:srgbClr val="242429"/>
          </a:solidFill>
          <a:ln w="19050">
            <a:solidFill>
              <a:srgbClr val="5C5C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1410" y="1755800"/>
            <a:ext cx="17985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Communications &amp; AI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21410" y="2062311"/>
            <a:ext cx="2301106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SMS / WhatsApp alerts for high-risk records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Kannada localization for field users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outbreak prediction using historical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25083" y="1594991"/>
            <a:ext cx="2622724" cy="2995389"/>
          </a:xfrm>
          <a:prstGeom prst="roundRect">
            <a:avLst>
              <a:gd name="adj" fmla="val 811"/>
            </a:avLst>
          </a:prstGeom>
          <a:solidFill>
            <a:srgbClr val="242429"/>
          </a:solidFill>
          <a:ln w="19050">
            <a:solidFill>
              <a:srgbClr val="5C5C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5892" y="1755800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Contact &amp; Acknowledgements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85892" y="2283768"/>
            <a:ext cx="230110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"Securing Karnataka's livestock, one vaccination at a time."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Team: [Names] • Guide: [Faculty name] • Contact: [Email]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1030</Words>
  <Application>Microsoft Office PowerPoint</Application>
  <PresentationFormat>On-screen Show (16:9)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Instrument Sans Medium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Nishant Yadawad</cp:lastModifiedBy>
  <cp:revision>2</cp:revision>
  <dcterms:created xsi:type="dcterms:W3CDTF">2026-06-20T17:49:29Z</dcterms:created>
  <dcterms:modified xsi:type="dcterms:W3CDTF">2026-06-20T18:04:23Z</dcterms:modified>
</cp:coreProperties>
</file>